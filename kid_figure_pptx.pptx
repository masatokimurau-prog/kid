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35"/>
  </p:normalViewPr>
  <p:slideViewPr>
    <p:cSldViewPr snapToGrid="0">
      <p:cViewPr>
        <p:scale>
          <a:sx n="156" d="100"/>
          <a:sy n="156" d="100"/>
        </p:scale>
        <p:origin x="-1608" y="-1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841A5-EAB9-7606-8A32-56B26BC30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D870C-EE4D-C4D7-8588-5DBE799306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25E42-367F-8923-16F3-BE14C11A9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52DBD-8CEB-5B42-8207-2BAF75AD514D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A34B8-6013-E85C-B49A-300E0282D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0A4E5-8EE5-0F81-AA12-1CB5D44B6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46B1-3841-FF40-BF13-F6AFB3EF9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965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78A11-326B-CB7F-EBDE-77F0B454D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38B3-6F70-4004-1836-43EA6BB21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864BA-8D7E-FE8A-2CDF-3DD88B3BD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52DBD-8CEB-5B42-8207-2BAF75AD514D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7A64F-C805-22EB-358A-1244E7C6C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B6B9E-1406-54FC-9562-47F4620FD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46B1-3841-FF40-BF13-F6AFB3EF9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772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FAE82-786F-5C2C-06DA-783A6C0DC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00426-07EA-4AF1-20F2-6B46AF891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97684-5A34-D11A-E830-70CE6F99A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52DBD-8CEB-5B42-8207-2BAF75AD514D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C9AFA-63BF-8056-EC91-A26CF9C9C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8EA86-036F-A348-959D-67640BEB5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46B1-3841-FF40-BF13-F6AFB3EF9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75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DA42A-F251-5614-FA98-3624D16B0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7BA2E-3F02-A6FE-E0E3-63DA90E8D5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6E97A-257D-B57E-81CD-C5ECF0922F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AC2C9-453C-8E60-6EC5-1D4DD8CD6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52DBD-8CEB-5B42-8207-2BAF75AD514D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BC299-D5C1-77D5-53ED-C24ED635F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13EE1-2E6E-0530-959A-7F9C604D6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46B1-3841-FF40-BF13-F6AFB3EF9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116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00538-C278-0B05-DEBF-9705586A5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8247F-4AA1-EB6C-2708-1FF91F649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F81446-8ED1-3307-D5E5-803B2CAF1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8D046A-2174-F67E-2AB6-7359479C4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0C48DA-E672-453C-940F-09A9F54B5E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A23CED-313A-1E18-70A8-F95AD2127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52DBD-8CEB-5B42-8207-2BAF75AD514D}" type="datetimeFigureOut">
              <a:rPr lang="en-US" smtClean="0"/>
              <a:t>9/6/26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7D54D-2EC5-9FEF-33F7-946F9A0AC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B40AC3-E3C6-90C9-8972-B1301FC81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46B1-3841-FF40-BF13-F6AFB3EF9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32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CD221-E47A-DF48-674F-9AD19E31F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48DEE6-92C6-43AE-BB59-46759130D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52DBD-8CEB-5B42-8207-2BAF75AD514D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E5342C-B8F2-C3F5-14BB-366CE260F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0181F-B423-45E0-2CA9-7E0B26A8A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46B1-3841-FF40-BF13-F6AFB3EF9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942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E18AD7-09CE-FFF5-89BB-D58A9C929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52DBD-8CEB-5B42-8207-2BAF75AD514D}" type="datetimeFigureOut">
              <a:rPr lang="en-US" smtClean="0"/>
              <a:t>9/6/26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A81850-2E6C-D67A-5A71-3D6C24197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9BB10-C197-DEB1-71F0-9504B15DF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46B1-3841-FF40-BF13-F6AFB3EF9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33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AB3DB-665A-F2BA-E89B-24F0D6B7F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510B9-1AB8-4CDB-8057-F10DE9F2F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43823F-E37B-DB38-DC2A-759E6724A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AD851-A1C5-E99C-D6A2-51D19964B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52DBD-8CEB-5B42-8207-2BAF75AD514D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146B9-8254-2B26-E0B3-024F6E209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365A8-E801-2545-65B1-E3A73591E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46B1-3841-FF40-BF13-F6AFB3EF9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163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87FE7-6E24-B0E5-3796-D54678718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560947-D8A1-4D03-C29C-BFDB29884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627E11-37B8-74F4-545E-87F31F89F4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2B22F9-0C92-7CF5-E4A9-B22C7AEE5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52DBD-8CEB-5B42-8207-2BAF75AD514D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8CB11-9929-4263-C568-2286D7A7B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407EC-B8F3-1675-F1E1-B4A420284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46B1-3841-FF40-BF13-F6AFB3EF9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786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71FA3-B7EE-19CB-BE68-917B704FA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0305DC-B862-1741-18FA-4662BEBDD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15491-A22D-2105-DBBF-C313418F5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52DBD-8CEB-5B42-8207-2BAF75AD514D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975F3-6442-56F7-ECAD-DE3666E7A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FE934-AFA1-6EA5-7E5F-94C6A951C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46B1-3841-FF40-BF13-F6AFB3EF9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079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506F1B-8C9E-48A8-4A50-99E8ECF34D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03E879-8219-5E54-60A9-30E3BC3A4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E2127-0DF2-E438-29BB-977F965B3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52DBD-8CEB-5B42-8207-2BAF75AD514D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2713C-2624-B3C2-6B95-20102A04D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5FC1-86CD-2349-C150-3C0459DFA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D46B1-3841-FF40-BF13-F6AFB3EF9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2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9B637C-A20E-7449-189D-9DE87B271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C19A9-DD6F-A697-7CBF-EC0592B5F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A4120-47DA-6ED7-9E3A-6FC0A00EB3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752DBD-8CEB-5B42-8207-2BAF75AD514D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E0224-13E0-BCB6-6802-DD7E69DEF3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D5CA1-6F68-2916-1081-2B0A7F7D2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9D46B1-3841-FF40-BF13-F6AFB3EF9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672FF-1D8A-A6C5-684A-0B9E06E01A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73C464-1460-1DB2-A4F0-A954112113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37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B322806-0194-64CF-4EF4-2B8926C575C6}"/>
              </a:ext>
            </a:extLst>
          </p:cNvPr>
          <p:cNvGrpSpPr/>
          <p:nvPr/>
        </p:nvGrpSpPr>
        <p:grpSpPr>
          <a:xfrm>
            <a:off x="4360512" y="2993923"/>
            <a:ext cx="801547" cy="2056243"/>
            <a:chOff x="3886200" y="1234440"/>
            <a:chExt cx="1371600" cy="3657600"/>
          </a:xfrm>
        </p:grpSpPr>
        <p:cxnSp>
          <p:nvCxnSpPr>
            <p:cNvPr id="4" name="Connector 1">
              <a:extLst>
                <a:ext uri="{FF2B5EF4-FFF2-40B4-BE49-F238E27FC236}">
                  <a16:creationId xmlns:a16="http://schemas.microsoft.com/office/drawing/2014/main" id="{768E52AC-0E2F-1FC2-CB9D-558F5039E020}"/>
                </a:ext>
              </a:extLst>
            </p:cNvPr>
            <p:cNvCxnSpPr/>
            <p:nvPr/>
          </p:nvCxnSpPr>
          <p:spPr>
            <a:xfrm>
              <a:off x="4572000" y="1234440"/>
              <a:ext cx="0" cy="41148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Connector 2">
              <a:extLst>
                <a:ext uri="{FF2B5EF4-FFF2-40B4-BE49-F238E27FC236}">
                  <a16:creationId xmlns:a16="http://schemas.microsoft.com/office/drawing/2014/main" id="{C2462A61-A24E-6D6B-E915-61094DF525B2}"/>
                </a:ext>
              </a:extLst>
            </p:cNvPr>
            <p:cNvCxnSpPr/>
            <p:nvPr/>
          </p:nvCxnSpPr>
          <p:spPr>
            <a:xfrm>
              <a:off x="4572000" y="4480559"/>
              <a:ext cx="0" cy="41148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Connector 3">
              <a:extLst>
                <a:ext uri="{FF2B5EF4-FFF2-40B4-BE49-F238E27FC236}">
                  <a16:creationId xmlns:a16="http://schemas.microsoft.com/office/drawing/2014/main" id="{D57A4048-7F27-6A0D-D356-E05815F8A40B}"/>
                </a:ext>
              </a:extLst>
            </p:cNvPr>
            <p:cNvCxnSpPr/>
            <p:nvPr/>
          </p:nvCxnSpPr>
          <p:spPr>
            <a:xfrm>
              <a:off x="4572000" y="1645920"/>
              <a:ext cx="211923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Connector 4">
              <a:extLst>
                <a:ext uri="{FF2B5EF4-FFF2-40B4-BE49-F238E27FC236}">
                  <a16:creationId xmlns:a16="http://schemas.microsoft.com/office/drawing/2014/main" id="{1F1F3340-B5F9-ABAA-D3CB-276E1DCC1DBE}"/>
                </a:ext>
              </a:extLst>
            </p:cNvPr>
            <p:cNvCxnSpPr/>
            <p:nvPr/>
          </p:nvCxnSpPr>
          <p:spPr>
            <a:xfrm>
              <a:off x="4783923" y="1669542"/>
              <a:ext cx="191180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Connector 5">
              <a:extLst>
                <a:ext uri="{FF2B5EF4-FFF2-40B4-BE49-F238E27FC236}">
                  <a16:creationId xmlns:a16="http://schemas.microsoft.com/office/drawing/2014/main" id="{2D92EE8B-6404-719B-8737-35EA88019757}"/>
                </a:ext>
              </a:extLst>
            </p:cNvPr>
            <p:cNvCxnSpPr/>
            <p:nvPr/>
          </p:nvCxnSpPr>
          <p:spPr>
            <a:xfrm>
              <a:off x="4975103" y="1693164"/>
              <a:ext cx="151720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Connector 6">
              <a:extLst>
                <a:ext uri="{FF2B5EF4-FFF2-40B4-BE49-F238E27FC236}">
                  <a16:creationId xmlns:a16="http://schemas.microsoft.com/office/drawing/2014/main" id="{8B357FFC-1CC0-5C45-3C4A-F5BF5675AB6A}"/>
                </a:ext>
              </a:extLst>
            </p:cNvPr>
            <p:cNvCxnSpPr/>
            <p:nvPr/>
          </p:nvCxnSpPr>
          <p:spPr>
            <a:xfrm>
              <a:off x="5126823" y="1716786"/>
              <a:ext cx="97411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Connector 7">
              <a:extLst>
                <a:ext uri="{FF2B5EF4-FFF2-40B4-BE49-F238E27FC236}">
                  <a16:creationId xmlns:a16="http://schemas.microsoft.com/office/drawing/2014/main" id="{BB127E74-9F52-2440-87E6-108614375A6C}"/>
                </a:ext>
              </a:extLst>
            </p:cNvPr>
            <p:cNvCxnSpPr/>
            <p:nvPr/>
          </p:nvCxnSpPr>
          <p:spPr>
            <a:xfrm>
              <a:off x="5224234" y="1740408"/>
              <a:ext cx="33566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Connector 8">
              <a:extLst>
                <a:ext uri="{FF2B5EF4-FFF2-40B4-BE49-F238E27FC236}">
                  <a16:creationId xmlns:a16="http://schemas.microsoft.com/office/drawing/2014/main" id="{534673C8-FA91-E1D7-863F-3BAB7874B577}"/>
                </a:ext>
              </a:extLst>
            </p:cNvPr>
            <p:cNvCxnSpPr/>
            <p:nvPr/>
          </p:nvCxnSpPr>
          <p:spPr>
            <a:xfrm flipH="1">
              <a:off x="5224234" y="1764030"/>
              <a:ext cx="33566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Connector 9">
              <a:extLst>
                <a:ext uri="{FF2B5EF4-FFF2-40B4-BE49-F238E27FC236}">
                  <a16:creationId xmlns:a16="http://schemas.microsoft.com/office/drawing/2014/main" id="{4FDEDE4E-F015-D36F-BDD6-33AE972DD9DD}"/>
                </a:ext>
              </a:extLst>
            </p:cNvPr>
            <p:cNvCxnSpPr/>
            <p:nvPr/>
          </p:nvCxnSpPr>
          <p:spPr>
            <a:xfrm flipH="1">
              <a:off x="5126823" y="1787652"/>
              <a:ext cx="97411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Connector 10">
              <a:extLst>
                <a:ext uri="{FF2B5EF4-FFF2-40B4-BE49-F238E27FC236}">
                  <a16:creationId xmlns:a16="http://schemas.microsoft.com/office/drawing/2014/main" id="{76B24219-3807-5303-B970-E6E0359A3DE0}"/>
                </a:ext>
              </a:extLst>
            </p:cNvPr>
            <p:cNvCxnSpPr/>
            <p:nvPr/>
          </p:nvCxnSpPr>
          <p:spPr>
            <a:xfrm flipH="1">
              <a:off x="4975103" y="1811274"/>
              <a:ext cx="151720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Connector 11">
              <a:extLst>
                <a:ext uri="{FF2B5EF4-FFF2-40B4-BE49-F238E27FC236}">
                  <a16:creationId xmlns:a16="http://schemas.microsoft.com/office/drawing/2014/main" id="{A02CD2EF-FE8D-4BFC-B356-53D64196A01E}"/>
                </a:ext>
              </a:extLst>
            </p:cNvPr>
            <p:cNvCxnSpPr/>
            <p:nvPr/>
          </p:nvCxnSpPr>
          <p:spPr>
            <a:xfrm flipH="1">
              <a:off x="4783923" y="1834896"/>
              <a:ext cx="191180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Connector 12">
              <a:extLst>
                <a:ext uri="{FF2B5EF4-FFF2-40B4-BE49-F238E27FC236}">
                  <a16:creationId xmlns:a16="http://schemas.microsoft.com/office/drawing/2014/main" id="{0D31DB3F-6D0D-4014-C443-ECEC7064F2A0}"/>
                </a:ext>
              </a:extLst>
            </p:cNvPr>
            <p:cNvCxnSpPr/>
            <p:nvPr/>
          </p:nvCxnSpPr>
          <p:spPr>
            <a:xfrm flipH="1">
              <a:off x="4572000" y="1858518"/>
              <a:ext cx="211923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Connector 13">
              <a:extLst>
                <a:ext uri="{FF2B5EF4-FFF2-40B4-BE49-F238E27FC236}">
                  <a16:creationId xmlns:a16="http://schemas.microsoft.com/office/drawing/2014/main" id="{B07A7788-B783-567B-4AB4-97E7AAE089E8}"/>
                </a:ext>
              </a:extLst>
            </p:cNvPr>
            <p:cNvCxnSpPr/>
            <p:nvPr/>
          </p:nvCxnSpPr>
          <p:spPr>
            <a:xfrm flipH="1">
              <a:off x="4360076" y="1882140"/>
              <a:ext cx="211924" cy="236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Connector 14">
              <a:extLst>
                <a:ext uri="{FF2B5EF4-FFF2-40B4-BE49-F238E27FC236}">
                  <a16:creationId xmlns:a16="http://schemas.microsoft.com/office/drawing/2014/main" id="{A9E5765E-011F-5DD7-AB9D-8C943F7ACDF0}"/>
                </a:ext>
              </a:extLst>
            </p:cNvPr>
            <p:cNvCxnSpPr/>
            <p:nvPr/>
          </p:nvCxnSpPr>
          <p:spPr>
            <a:xfrm flipH="1">
              <a:off x="4168896" y="1905761"/>
              <a:ext cx="191180" cy="2362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Connector 15">
              <a:extLst>
                <a:ext uri="{FF2B5EF4-FFF2-40B4-BE49-F238E27FC236}">
                  <a16:creationId xmlns:a16="http://schemas.microsoft.com/office/drawing/2014/main" id="{C3190F4C-4093-C08F-B886-C5237BC1E036}"/>
                </a:ext>
              </a:extLst>
            </p:cNvPr>
            <p:cNvCxnSpPr/>
            <p:nvPr/>
          </p:nvCxnSpPr>
          <p:spPr>
            <a:xfrm flipH="1">
              <a:off x="4017176" y="1929384"/>
              <a:ext cx="151720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nector 16">
              <a:extLst>
                <a:ext uri="{FF2B5EF4-FFF2-40B4-BE49-F238E27FC236}">
                  <a16:creationId xmlns:a16="http://schemas.microsoft.com/office/drawing/2014/main" id="{601441D3-6E00-0DBC-B119-96E4E79AFA91}"/>
                </a:ext>
              </a:extLst>
            </p:cNvPr>
            <p:cNvCxnSpPr/>
            <p:nvPr/>
          </p:nvCxnSpPr>
          <p:spPr>
            <a:xfrm flipH="1">
              <a:off x="3919765" y="1953006"/>
              <a:ext cx="97411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Connector 17">
              <a:extLst>
                <a:ext uri="{FF2B5EF4-FFF2-40B4-BE49-F238E27FC236}">
                  <a16:creationId xmlns:a16="http://schemas.microsoft.com/office/drawing/2014/main" id="{770E41AE-B641-45EF-085D-098417496C15}"/>
                </a:ext>
              </a:extLst>
            </p:cNvPr>
            <p:cNvCxnSpPr/>
            <p:nvPr/>
          </p:nvCxnSpPr>
          <p:spPr>
            <a:xfrm flipH="1">
              <a:off x="3886200" y="1976628"/>
              <a:ext cx="33565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Connector 18">
              <a:extLst>
                <a:ext uri="{FF2B5EF4-FFF2-40B4-BE49-F238E27FC236}">
                  <a16:creationId xmlns:a16="http://schemas.microsoft.com/office/drawing/2014/main" id="{05B99433-8247-3D6C-B491-145CB172EB97}"/>
                </a:ext>
              </a:extLst>
            </p:cNvPr>
            <p:cNvCxnSpPr/>
            <p:nvPr/>
          </p:nvCxnSpPr>
          <p:spPr>
            <a:xfrm>
              <a:off x="3886200" y="2000250"/>
              <a:ext cx="33565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ctor 19">
              <a:extLst>
                <a:ext uri="{FF2B5EF4-FFF2-40B4-BE49-F238E27FC236}">
                  <a16:creationId xmlns:a16="http://schemas.microsoft.com/office/drawing/2014/main" id="{30E8A02A-9C54-D147-93C4-3AFC074FDD57}"/>
                </a:ext>
              </a:extLst>
            </p:cNvPr>
            <p:cNvCxnSpPr/>
            <p:nvPr/>
          </p:nvCxnSpPr>
          <p:spPr>
            <a:xfrm>
              <a:off x="3919765" y="2023872"/>
              <a:ext cx="97411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Connector 20">
              <a:extLst>
                <a:ext uri="{FF2B5EF4-FFF2-40B4-BE49-F238E27FC236}">
                  <a16:creationId xmlns:a16="http://schemas.microsoft.com/office/drawing/2014/main" id="{FCA6FFA5-E327-8422-9B5C-F53919E866E4}"/>
                </a:ext>
              </a:extLst>
            </p:cNvPr>
            <p:cNvCxnSpPr/>
            <p:nvPr/>
          </p:nvCxnSpPr>
          <p:spPr>
            <a:xfrm>
              <a:off x="4017176" y="2047494"/>
              <a:ext cx="151720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nector 21">
              <a:extLst>
                <a:ext uri="{FF2B5EF4-FFF2-40B4-BE49-F238E27FC236}">
                  <a16:creationId xmlns:a16="http://schemas.microsoft.com/office/drawing/2014/main" id="{2F72281F-6366-8B0D-9CE7-BCC69E9366FB}"/>
                </a:ext>
              </a:extLst>
            </p:cNvPr>
            <p:cNvCxnSpPr/>
            <p:nvPr/>
          </p:nvCxnSpPr>
          <p:spPr>
            <a:xfrm>
              <a:off x="4168896" y="2071116"/>
              <a:ext cx="191180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nector 22">
              <a:extLst>
                <a:ext uri="{FF2B5EF4-FFF2-40B4-BE49-F238E27FC236}">
                  <a16:creationId xmlns:a16="http://schemas.microsoft.com/office/drawing/2014/main" id="{ED7EAD15-4996-4C6E-A185-6F72A95FFCAD}"/>
                </a:ext>
              </a:extLst>
            </p:cNvPr>
            <p:cNvCxnSpPr/>
            <p:nvPr/>
          </p:nvCxnSpPr>
          <p:spPr>
            <a:xfrm>
              <a:off x="4360076" y="2094738"/>
              <a:ext cx="211924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nector 23">
              <a:extLst>
                <a:ext uri="{FF2B5EF4-FFF2-40B4-BE49-F238E27FC236}">
                  <a16:creationId xmlns:a16="http://schemas.microsoft.com/office/drawing/2014/main" id="{112E0E0E-3F55-A2D9-561A-E936F8E620B6}"/>
                </a:ext>
              </a:extLst>
            </p:cNvPr>
            <p:cNvCxnSpPr/>
            <p:nvPr/>
          </p:nvCxnSpPr>
          <p:spPr>
            <a:xfrm>
              <a:off x="4572000" y="2118360"/>
              <a:ext cx="211923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Connector 24">
              <a:extLst>
                <a:ext uri="{FF2B5EF4-FFF2-40B4-BE49-F238E27FC236}">
                  <a16:creationId xmlns:a16="http://schemas.microsoft.com/office/drawing/2014/main" id="{48492A7A-15F4-D103-181B-6AF3C95F26C1}"/>
                </a:ext>
              </a:extLst>
            </p:cNvPr>
            <p:cNvCxnSpPr/>
            <p:nvPr/>
          </p:nvCxnSpPr>
          <p:spPr>
            <a:xfrm>
              <a:off x="4783923" y="2141982"/>
              <a:ext cx="191180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Connector 25">
              <a:extLst>
                <a:ext uri="{FF2B5EF4-FFF2-40B4-BE49-F238E27FC236}">
                  <a16:creationId xmlns:a16="http://schemas.microsoft.com/office/drawing/2014/main" id="{CEFC093C-DC5E-21D8-2A59-D574036C79FF}"/>
                </a:ext>
              </a:extLst>
            </p:cNvPr>
            <p:cNvCxnSpPr/>
            <p:nvPr/>
          </p:nvCxnSpPr>
          <p:spPr>
            <a:xfrm>
              <a:off x="4975103" y="2165604"/>
              <a:ext cx="151720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nector 26">
              <a:extLst>
                <a:ext uri="{FF2B5EF4-FFF2-40B4-BE49-F238E27FC236}">
                  <a16:creationId xmlns:a16="http://schemas.microsoft.com/office/drawing/2014/main" id="{B8EB0DC7-76D3-AF82-B93D-ECA9C342C3CC}"/>
                </a:ext>
              </a:extLst>
            </p:cNvPr>
            <p:cNvCxnSpPr/>
            <p:nvPr/>
          </p:nvCxnSpPr>
          <p:spPr>
            <a:xfrm>
              <a:off x="5126823" y="2189226"/>
              <a:ext cx="97411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Connector 27">
              <a:extLst>
                <a:ext uri="{FF2B5EF4-FFF2-40B4-BE49-F238E27FC236}">
                  <a16:creationId xmlns:a16="http://schemas.microsoft.com/office/drawing/2014/main" id="{7C4A671C-EA55-8FFE-0171-BC715C30EBA4}"/>
                </a:ext>
              </a:extLst>
            </p:cNvPr>
            <p:cNvCxnSpPr/>
            <p:nvPr/>
          </p:nvCxnSpPr>
          <p:spPr>
            <a:xfrm>
              <a:off x="5224234" y="2212848"/>
              <a:ext cx="33566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Connector 28">
              <a:extLst>
                <a:ext uri="{FF2B5EF4-FFF2-40B4-BE49-F238E27FC236}">
                  <a16:creationId xmlns:a16="http://schemas.microsoft.com/office/drawing/2014/main" id="{99F6C208-29FA-8104-4871-F431703D88D4}"/>
                </a:ext>
              </a:extLst>
            </p:cNvPr>
            <p:cNvCxnSpPr/>
            <p:nvPr/>
          </p:nvCxnSpPr>
          <p:spPr>
            <a:xfrm flipH="1">
              <a:off x="5224234" y="2236470"/>
              <a:ext cx="33566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Connector 29">
              <a:extLst>
                <a:ext uri="{FF2B5EF4-FFF2-40B4-BE49-F238E27FC236}">
                  <a16:creationId xmlns:a16="http://schemas.microsoft.com/office/drawing/2014/main" id="{FBA3A13C-2111-DD87-40F4-35F702CF42B8}"/>
                </a:ext>
              </a:extLst>
            </p:cNvPr>
            <p:cNvCxnSpPr/>
            <p:nvPr/>
          </p:nvCxnSpPr>
          <p:spPr>
            <a:xfrm flipH="1">
              <a:off x="5126823" y="2260092"/>
              <a:ext cx="97411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Connector 30">
              <a:extLst>
                <a:ext uri="{FF2B5EF4-FFF2-40B4-BE49-F238E27FC236}">
                  <a16:creationId xmlns:a16="http://schemas.microsoft.com/office/drawing/2014/main" id="{422CA25B-3C3E-D7FA-D37E-4CDA046245F3}"/>
                </a:ext>
              </a:extLst>
            </p:cNvPr>
            <p:cNvCxnSpPr/>
            <p:nvPr/>
          </p:nvCxnSpPr>
          <p:spPr>
            <a:xfrm flipH="1">
              <a:off x="4975103" y="2283714"/>
              <a:ext cx="151720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Connector 31">
              <a:extLst>
                <a:ext uri="{FF2B5EF4-FFF2-40B4-BE49-F238E27FC236}">
                  <a16:creationId xmlns:a16="http://schemas.microsoft.com/office/drawing/2014/main" id="{FB823D57-FAA7-5BF7-FB6A-656EFAE4BADF}"/>
                </a:ext>
              </a:extLst>
            </p:cNvPr>
            <p:cNvCxnSpPr/>
            <p:nvPr/>
          </p:nvCxnSpPr>
          <p:spPr>
            <a:xfrm flipH="1">
              <a:off x="4783923" y="2307336"/>
              <a:ext cx="191180" cy="236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nector 32">
              <a:extLst>
                <a:ext uri="{FF2B5EF4-FFF2-40B4-BE49-F238E27FC236}">
                  <a16:creationId xmlns:a16="http://schemas.microsoft.com/office/drawing/2014/main" id="{742D124A-1C2B-C138-9C8D-B72F859BFFB3}"/>
                </a:ext>
              </a:extLst>
            </p:cNvPr>
            <p:cNvCxnSpPr/>
            <p:nvPr/>
          </p:nvCxnSpPr>
          <p:spPr>
            <a:xfrm flipH="1">
              <a:off x="4572000" y="2330957"/>
              <a:ext cx="211923" cy="2362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Connector 33">
              <a:extLst>
                <a:ext uri="{FF2B5EF4-FFF2-40B4-BE49-F238E27FC236}">
                  <a16:creationId xmlns:a16="http://schemas.microsoft.com/office/drawing/2014/main" id="{ABCA9AF5-5AE7-0B88-E148-543761F54C3C}"/>
                </a:ext>
              </a:extLst>
            </p:cNvPr>
            <p:cNvCxnSpPr/>
            <p:nvPr/>
          </p:nvCxnSpPr>
          <p:spPr>
            <a:xfrm flipH="1">
              <a:off x="4360076" y="2354580"/>
              <a:ext cx="211924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nector 34">
              <a:extLst>
                <a:ext uri="{FF2B5EF4-FFF2-40B4-BE49-F238E27FC236}">
                  <a16:creationId xmlns:a16="http://schemas.microsoft.com/office/drawing/2014/main" id="{1103B41A-A253-6141-AD6B-41D316F5A9AF}"/>
                </a:ext>
              </a:extLst>
            </p:cNvPr>
            <p:cNvCxnSpPr/>
            <p:nvPr/>
          </p:nvCxnSpPr>
          <p:spPr>
            <a:xfrm flipH="1">
              <a:off x="4168896" y="2378202"/>
              <a:ext cx="191180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Connector 35">
              <a:extLst>
                <a:ext uri="{FF2B5EF4-FFF2-40B4-BE49-F238E27FC236}">
                  <a16:creationId xmlns:a16="http://schemas.microsoft.com/office/drawing/2014/main" id="{BA27E4E9-D80A-A2B8-DADF-E9D96FE34641}"/>
                </a:ext>
              </a:extLst>
            </p:cNvPr>
            <p:cNvCxnSpPr/>
            <p:nvPr/>
          </p:nvCxnSpPr>
          <p:spPr>
            <a:xfrm flipH="1">
              <a:off x="4017176" y="2401824"/>
              <a:ext cx="151720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nector 36">
              <a:extLst>
                <a:ext uri="{FF2B5EF4-FFF2-40B4-BE49-F238E27FC236}">
                  <a16:creationId xmlns:a16="http://schemas.microsoft.com/office/drawing/2014/main" id="{BBEFE4CA-58CC-4BC5-D118-00E51338B7CB}"/>
                </a:ext>
              </a:extLst>
            </p:cNvPr>
            <p:cNvCxnSpPr/>
            <p:nvPr/>
          </p:nvCxnSpPr>
          <p:spPr>
            <a:xfrm flipH="1">
              <a:off x="3919765" y="2425446"/>
              <a:ext cx="97411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Connector 37">
              <a:extLst>
                <a:ext uri="{FF2B5EF4-FFF2-40B4-BE49-F238E27FC236}">
                  <a16:creationId xmlns:a16="http://schemas.microsoft.com/office/drawing/2014/main" id="{315370DB-4CE4-BBC6-89EC-D915B29D8F27}"/>
                </a:ext>
              </a:extLst>
            </p:cNvPr>
            <p:cNvCxnSpPr/>
            <p:nvPr/>
          </p:nvCxnSpPr>
          <p:spPr>
            <a:xfrm flipH="1">
              <a:off x="3886200" y="2449068"/>
              <a:ext cx="33565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Connector 38">
              <a:extLst>
                <a:ext uri="{FF2B5EF4-FFF2-40B4-BE49-F238E27FC236}">
                  <a16:creationId xmlns:a16="http://schemas.microsoft.com/office/drawing/2014/main" id="{94741CB6-3F1B-B178-3C9C-2B1E4A7748B6}"/>
                </a:ext>
              </a:extLst>
            </p:cNvPr>
            <p:cNvCxnSpPr/>
            <p:nvPr/>
          </p:nvCxnSpPr>
          <p:spPr>
            <a:xfrm>
              <a:off x="3886200" y="2472690"/>
              <a:ext cx="33565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Connector 39">
              <a:extLst>
                <a:ext uri="{FF2B5EF4-FFF2-40B4-BE49-F238E27FC236}">
                  <a16:creationId xmlns:a16="http://schemas.microsoft.com/office/drawing/2014/main" id="{487AF81F-74B6-18B9-3B2B-A9C3271FB883}"/>
                </a:ext>
              </a:extLst>
            </p:cNvPr>
            <p:cNvCxnSpPr/>
            <p:nvPr/>
          </p:nvCxnSpPr>
          <p:spPr>
            <a:xfrm>
              <a:off x="3919765" y="2496312"/>
              <a:ext cx="97411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Connector 40">
              <a:extLst>
                <a:ext uri="{FF2B5EF4-FFF2-40B4-BE49-F238E27FC236}">
                  <a16:creationId xmlns:a16="http://schemas.microsoft.com/office/drawing/2014/main" id="{BFB0D445-4919-616C-6575-261E7729C1B1}"/>
                </a:ext>
              </a:extLst>
            </p:cNvPr>
            <p:cNvCxnSpPr/>
            <p:nvPr/>
          </p:nvCxnSpPr>
          <p:spPr>
            <a:xfrm>
              <a:off x="4017176" y="2519934"/>
              <a:ext cx="151720" cy="236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Connector 41">
              <a:extLst>
                <a:ext uri="{FF2B5EF4-FFF2-40B4-BE49-F238E27FC236}">
                  <a16:creationId xmlns:a16="http://schemas.microsoft.com/office/drawing/2014/main" id="{075E2E1A-514F-A39A-B4C5-1C66F4C921B3}"/>
                </a:ext>
              </a:extLst>
            </p:cNvPr>
            <p:cNvCxnSpPr/>
            <p:nvPr/>
          </p:nvCxnSpPr>
          <p:spPr>
            <a:xfrm>
              <a:off x="4168896" y="2543555"/>
              <a:ext cx="191180" cy="2362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Connector 42">
              <a:extLst>
                <a:ext uri="{FF2B5EF4-FFF2-40B4-BE49-F238E27FC236}">
                  <a16:creationId xmlns:a16="http://schemas.microsoft.com/office/drawing/2014/main" id="{8723EFF1-8058-BA3F-D96B-C04173D456EC}"/>
                </a:ext>
              </a:extLst>
            </p:cNvPr>
            <p:cNvCxnSpPr/>
            <p:nvPr/>
          </p:nvCxnSpPr>
          <p:spPr>
            <a:xfrm>
              <a:off x="4360076" y="2567178"/>
              <a:ext cx="211924" cy="236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Connector 43">
              <a:extLst>
                <a:ext uri="{FF2B5EF4-FFF2-40B4-BE49-F238E27FC236}">
                  <a16:creationId xmlns:a16="http://schemas.microsoft.com/office/drawing/2014/main" id="{6BF31F99-F93F-587B-F6B5-1432D9CF7289}"/>
                </a:ext>
              </a:extLst>
            </p:cNvPr>
            <p:cNvCxnSpPr/>
            <p:nvPr/>
          </p:nvCxnSpPr>
          <p:spPr>
            <a:xfrm>
              <a:off x="4572000" y="2590799"/>
              <a:ext cx="211923" cy="2362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Connector 44">
              <a:extLst>
                <a:ext uri="{FF2B5EF4-FFF2-40B4-BE49-F238E27FC236}">
                  <a16:creationId xmlns:a16="http://schemas.microsoft.com/office/drawing/2014/main" id="{8B473DB1-6D76-6AB7-4616-35EED95F892A}"/>
                </a:ext>
              </a:extLst>
            </p:cNvPr>
            <p:cNvCxnSpPr/>
            <p:nvPr/>
          </p:nvCxnSpPr>
          <p:spPr>
            <a:xfrm>
              <a:off x="4783923" y="2614422"/>
              <a:ext cx="191180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Connector 45">
              <a:extLst>
                <a:ext uri="{FF2B5EF4-FFF2-40B4-BE49-F238E27FC236}">
                  <a16:creationId xmlns:a16="http://schemas.microsoft.com/office/drawing/2014/main" id="{2B729503-8A23-E479-D4C2-1B66C92BB625}"/>
                </a:ext>
              </a:extLst>
            </p:cNvPr>
            <p:cNvCxnSpPr/>
            <p:nvPr/>
          </p:nvCxnSpPr>
          <p:spPr>
            <a:xfrm>
              <a:off x="4975103" y="2638044"/>
              <a:ext cx="151720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Connector 46">
              <a:extLst>
                <a:ext uri="{FF2B5EF4-FFF2-40B4-BE49-F238E27FC236}">
                  <a16:creationId xmlns:a16="http://schemas.microsoft.com/office/drawing/2014/main" id="{3E18B0FC-C2E8-9525-A024-78585B04773B}"/>
                </a:ext>
              </a:extLst>
            </p:cNvPr>
            <p:cNvCxnSpPr/>
            <p:nvPr/>
          </p:nvCxnSpPr>
          <p:spPr>
            <a:xfrm>
              <a:off x="5126823" y="2661666"/>
              <a:ext cx="97411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Connector 47">
              <a:extLst>
                <a:ext uri="{FF2B5EF4-FFF2-40B4-BE49-F238E27FC236}">
                  <a16:creationId xmlns:a16="http://schemas.microsoft.com/office/drawing/2014/main" id="{E74ECD02-8029-790A-DB35-2FB9F52E945B}"/>
                </a:ext>
              </a:extLst>
            </p:cNvPr>
            <p:cNvCxnSpPr/>
            <p:nvPr/>
          </p:nvCxnSpPr>
          <p:spPr>
            <a:xfrm>
              <a:off x="5224234" y="2685288"/>
              <a:ext cx="33566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Connector 48">
              <a:extLst>
                <a:ext uri="{FF2B5EF4-FFF2-40B4-BE49-F238E27FC236}">
                  <a16:creationId xmlns:a16="http://schemas.microsoft.com/office/drawing/2014/main" id="{F3251D73-8A29-18D0-A72E-2F25D8FC90C4}"/>
                </a:ext>
              </a:extLst>
            </p:cNvPr>
            <p:cNvCxnSpPr/>
            <p:nvPr/>
          </p:nvCxnSpPr>
          <p:spPr>
            <a:xfrm flipH="1">
              <a:off x="5224234" y="2708910"/>
              <a:ext cx="33566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Connector 49">
              <a:extLst>
                <a:ext uri="{FF2B5EF4-FFF2-40B4-BE49-F238E27FC236}">
                  <a16:creationId xmlns:a16="http://schemas.microsoft.com/office/drawing/2014/main" id="{A3E2198D-D129-F360-DBBD-D001E8D6022C}"/>
                </a:ext>
              </a:extLst>
            </p:cNvPr>
            <p:cNvCxnSpPr/>
            <p:nvPr/>
          </p:nvCxnSpPr>
          <p:spPr>
            <a:xfrm flipH="1">
              <a:off x="5126823" y="2732532"/>
              <a:ext cx="97411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Connector 50">
              <a:extLst>
                <a:ext uri="{FF2B5EF4-FFF2-40B4-BE49-F238E27FC236}">
                  <a16:creationId xmlns:a16="http://schemas.microsoft.com/office/drawing/2014/main" id="{F17B1893-F741-801E-125E-44A41293318C}"/>
                </a:ext>
              </a:extLst>
            </p:cNvPr>
            <p:cNvCxnSpPr/>
            <p:nvPr/>
          </p:nvCxnSpPr>
          <p:spPr>
            <a:xfrm flipH="1">
              <a:off x="4975103" y="2756154"/>
              <a:ext cx="151720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Connector 51">
              <a:extLst>
                <a:ext uri="{FF2B5EF4-FFF2-40B4-BE49-F238E27FC236}">
                  <a16:creationId xmlns:a16="http://schemas.microsoft.com/office/drawing/2014/main" id="{EC4503E1-400C-1D5C-ABF6-34526923236B}"/>
                </a:ext>
              </a:extLst>
            </p:cNvPr>
            <p:cNvCxnSpPr/>
            <p:nvPr/>
          </p:nvCxnSpPr>
          <p:spPr>
            <a:xfrm flipH="1">
              <a:off x="4783923" y="2779776"/>
              <a:ext cx="191180" cy="236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Connector 52">
              <a:extLst>
                <a:ext uri="{FF2B5EF4-FFF2-40B4-BE49-F238E27FC236}">
                  <a16:creationId xmlns:a16="http://schemas.microsoft.com/office/drawing/2014/main" id="{80358682-6CFB-13CF-4204-83B23276849D}"/>
                </a:ext>
              </a:extLst>
            </p:cNvPr>
            <p:cNvCxnSpPr/>
            <p:nvPr/>
          </p:nvCxnSpPr>
          <p:spPr>
            <a:xfrm flipH="1">
              <a:off x="4572000" y="2803397"/>
              <a:ext cx="211923" cy="2362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Connector 53">
              <a:extLst>
                <a:ext uri="{FF2B5EF4-FFF2-40B4-BE49-F238E27FC236}">
                  <a16:creationId xmlns:a16="http://schemas.microsoft.com/office/drawing/2014/main" id="{2CE9C876-1684-BB4D-2B13-233B5441E59E}"/>
                </a:ext>
              </a:extLst>
            </p:cNvPr>
            <p:cNvCxnSpPr/>
            <p:nvPr/>
          </p:nvCxnSpPr>
          <p:spPr>
            <a:xfrm flipH="1">
              <a:off x="4360076" y="2827020"/>
              <a:ext cx="211924" cy="236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Connector 54">
              <a:extLst>
                <a:ext uri="{FF2B5EF4-FFF2-40B4-BE49-F238E27FC236}">
                  <a16:creationId xmlns:a16="http://schemas.microsoft.com/office/drawing/2014/main" id="{D148453D-65DF-5D07-481A-EF860120BB48}"/>
                </a:ext>
              </a:extLst>
            </p:cNvPr>
            <p:cNvCxnSpPr/>
            <p:nvPr/>
          </p:nvCxnSpPr>
          <p:spPr>
            <a:xfrm flipH="1">
              <a:off x="4168896" y="2850641"/>
              <a:ext cx="191180" cy="2362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Connector 55">
              <a:extLst>
                <a:ext uri="{FF2B5EF4-FFF2-40B4-BE49-F238E27FC236}">
                  <a16:creationId xmlns:a16="http://schemas.microsoft.com/office/drawing/2014/main" id="{54DFB40E-A4E2-7919-7593-9B7E1DD4CE87}"/>
                </a:ext>
              </a:extLst>
            </p:cNvPr>
            <p:cNvCxnSpPr/>
            <p:nvPr/>
          </p:nvCxnSpPr>
          <p:spPr>
            <a:xfrm flipH="1">
              <a:off x="4017176" y="2874264"/>
              <a:ext cx="151720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Connector 56">
              <a:extLst>
                <a:ext uri="{FF2B5EF4-FFF2-40B4-BE49-F238E27FC236}">
                  <a16:creationId xmlns:a16="http://schemas.microsoft.com/office/drawing/2014/main" id="{D391FCC4-23E0-397E-E9A1-74D5B150C357}"/>
                </a:ext>
              </a:extLst>
            </p:cNvPr>
            <p:cNvCxnSpPr/>
            <p:nvPr/>
          </p:nvCxnSpPr>
          <p:spPr>
            <a:xfrm flipH="1">
              <a:off x="3919765" y="2897886"/>
              <a:ext cx="97411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Connector 57">
              <a:extLst>
                <a:ext uri="{FF2B5EF4-FFF2-40B4-BE49-F238E27FC236}">
                  <a16:creationId xmlns:a16="http://schemas.microsoft.com/office/drawing/2014/main" id="{283A1B85-AC20-13DE-A251-26F1EEB1631A}"/>
                </a:ext>
              </a:extLst>
            </p:cNvPr>
            <p:cNvCxnSpPr/>
            <p:nvPr/>
          </p:nvCxnSpPr>
          <p:spPr>
            <a:xfrm flipH="1">
              <a:off x="3886200" y="2921508"/>
              <a:ext cx="33565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Connector 58">
              <a:extLst>
                <a:ext uri="{FF2B5EF4-FFF2-40B4-BE49-F238E27FC236}">
                  <a16:creationId xmlns:a16="http://schemas.microsoft.com/office/drawing/2014/main" id="{7BE8A77A-4489-FF21-E393-5D8122B1021A}"/>
                </a:ext>
              </a:extLst>
            </p:cNvPr>
            <p:cNvCxnSpPr/>
            <p:nvPr/>
          </p:nvCxnSpPr>
          <p:spPr>
            <a:xfrm>
              <a:off x="3886200" y="2945130"/>
              <a:ext cx="33565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Connector 59">
              <a:extLst>
                <a:ext uri="{FF2B5EF4-FFF2-40B4-BE49-F238E27FC236}">
                  <a16:creationId xmlns:a16="http://schemas.microsoft.com/office/drawing/2014/main" id="{6F784E8C-A3D2-30CD-08C9-32ADF6628293}"/>
                </a:ext>
              </a:extLst>
            </p:cNvPr>
            <p:cNvCxnSpPr/>
            <p:nvPr/>
          </p:nvCxnSpPr>
          <p:spPr>
            <a:xfrm>
              <a:off x="3919765" y="2968752"/>
              <a:ext cx="97411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Connector 60">
              <a:extLst>
                <a:ext uri="{FF2B5EF4-FFF2-40B4-BE49-F238E27FC236}">
                  <a16:creationId xmlns:a16="http://schemas.microsoft.com/office/drawing/2014/main" id="{1385CA7A-ECF0-4BF9-75F0-4853452E971D}"/>
                </a:ext>
              </a:extLst>
            </p:cNvPr>
            <p:cNvCxnSpPr/>
            <p:nvPr/>
          </p:nvCxnSpPr>
          <p:spPr>
            <a:xfrm>
              <a:off x="4017176" y="2992374"/>
              <a:ext cx="151720" cy="236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Connector 61">
              <a:extLst>
                <a:ext uri="{FF2B5EF4-FFF2-40B4-BE49-F238E27FC236}">
                  <a16:creationId xmlns:a16="http://schemas.microsoft.com/office/drawing/2014/main" id="{C626D4A1-F3E7-904C-6DD5-32C4C9C946C7}"/>
                </a:ext>
              </a:extLst>
            </p:cNvPr>
            <p:cNvCxnSpPr/>
            <p:nvPr/>
          </p:nvCxnSpPr>
          <p:spPr>
            <a:xfrm>
              <a:off x="4168896" y="3015995"/>
              <a:ext cx="191180" cy="2362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Connector 62">
              <a:extLst>
                <a:ext uri="{FF2B5EF4-FFF2-40B4-BE49-F238E27FC236}">
                  <a16:creationId xmlns:a16="http://schemas.microsoft.com/office/drawing/2014/main" id="{C1683A88-8DB0-C323-A50A-A8FF857ABD57}"/>
                </a:ext>
              </a:extLst>
            </p:cNvPr>
            <p:cNvCxnSpPr/>
            <p:nvPr/>
          </p:nvCxnSpPr>
          <p:spPr>
            <a:xfrm>
              <a:off x="4360076" y="3039618"/>
              <a:ext cx="211923" cy="236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Connector 63">
              <a:extLst>
                <a:ext uri="{FF2B5EF4-FFF2-40B4-BE49-F238E27FC236}">
                  <a16:creationId xmlns:a16="http://schemas.microsoft.com/office/drawing/2014/main" id="{304CC6FD-E8E2-5CF9-8844-ABEC622150FD}"/>
                </a:ext>
              </a:extLst>
            </p:cNvPr>
            <p:cNvCxnSpPr/>
            <p:nvPr/>
          </p:nvCxnSpPr>
          <p:spPr>
            <a:xfrm>
              <a:off x="4571999" y="3063239"/>
              <a:ext cx="211924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Connector 64">
              <a:extLst>
                <a:ext uri="{FF2B5EF4-FFF2-40B4-BE49-F238E27FC236}">
                  <a16:creationId xmlns:a16="http://schemas.microsoft.com/office/drawing/2014/main" id="{C94AE314-13A1-099E-BE81-AF145805AFD0}"/>
                </a:ext>
              </a:extLst>
            </p:cNvPr>
            <p:cNvCxnSpPr/>
            <p:nvPr/>
          </p:nvCxnSpPr>
          <p:spPr>
            <a:xfrm>
              <a:off x="4783923" y="3086861"/>
              <a:ext cx="191180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Connector 65">
              <a:extLst>
                <a:ext uri="{FF2B5EF4-FFF2-40B4-BE49-F238E27FC236}">
                  <a16:creationId xmlns:a16="http://schemas.microsoft.com/office/drawing/2014/main" id="{BCF26CFD-8ED9-43C3-EDD1-73C9161BDF75}"/>
                </a:ext>
              </a:extLst>
            </p:cNvPr>
            <p:cNvCxnSpPr/>
            <p:nvPr/>
          </p:nvCxnSpPr>
          <p:spPr>
            <a:xfrm>
              <a:off x="4975103" y="3110483"/>
              <a:ext cx="151720" cy="2362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Connector 66">
              <a:extLst>
                <a:ext uri="{FF2B5EF4-FFF2-40B4-BE49-F238E27FC236}">
                  <a16:creationId xmlns:a16="http://schemas.microsoft.com/office/drawing/2014/main" id="{F5B58C7F-3234-2C92-E726-CC39A3A177F5}"/>
                </a:ext>
              </a:extLst>
            </p:cNvPr>
            <p:cNvCxnSpPr/>
            <p:nvPr/>
          </p:nvCxnSpPr>
          <p:spPr>
            <a:xfrm>
              <a:off x="5126823" y="3134106"/>
              <a:ext cx="97411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Connector 67">
              <a:extLst>
                <a:ext uri="{FF2B5EF4-FFF2-40B4-BE49-F238E27FC236}">
                  <a16:creationId xmlns:a16="http://schemas.microsoft.com/office/drawing/2014/main" id="{841537C5-B185-487C-6034-0607FDCA619B}"/>
                </a:ext>
              </a:extLst>
            </p:cNvPr>
            <p:cNvCxnSpPr/>
            <p:nvPr/>
          </p:nvCxnSpPr>
          <p:spPr>
            <a:xfrm>
              <a:off x="5224234" y="3157728"/>
              <a:ext cx="33566" cy="236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Connector 68">
              <a:extLst>
                <a:ext uri="{FF2B5EF4-FFF2-40B4-BE49-F238E27FC236}">
                  <a16:creationId xmlns:a16="http://schemas.microsoft.com/office/drawing/2014/main" id="{6A4BF66E-ADFE-20C6-DEA2-B827E86851E5}"/>
                </a:ext>
              </a:extLst>
            </p:cNvPr>
            <p:cNvCxnSpPr/>
            <p:nvPr/>
          </p:nvCxnSpPr>
          <p:spPr>
            <a:xfrm flipH="1">
              <a:off x="5224234" y="3181349"/>
              <a:ext cx="33566" cy="2362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Connector 69">
              <a:extLst>
                <a:ext uri="{FF2B5EF4-FFF2-40B4-BE49-F238E27FC236}">
                  <a16:creationId xmlns:a16="http://schemas.microsoft.com/office/drawing/2014/main" id="{34C96E9A-3381-9896-4E88-6DE983DC8FDE}"/>
                </a:ext>
              </a:extLst>
            </p:cNvPr>
            <p:cNvCxnSpPr/>
            <p:nvPr/>
          </p:nvCxnSpPr>
          <p:spPr>
            <a:xfrm flipH="1">
              <a:off x="5126823" y="3204972"/>
              <a:ext cx="97411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Connector 70">
              <a:extLst>
                <a:ext uri="{FF2B5EF4-FFF2-40B4-BE49-F238E27FC236}">
                  <a16:creationId xmlns:a16="http://schemas.microsoft.com/office/drawing/2014/main" id="{CD1D90DA-3477-6C51-5BD5-642C0AFB625C}"/>
                </a:ext>
              </a:extLst>
            </p:cNvPr>
            <p:cNvCxnSpPr/>
            <p:nvPr/>
          </p:nvCxnSpPr>
          <p:spPr>
            <a:xfrm flipH="1">
              <a:off x="4975103" y="3228594"/>
              <a:ext cx="151720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Connector 71">
              <a:extLst>
                <a:ext uri="{FF2B5EF4-FFF2-40B4-BE49-F238E27FC236}">
                  <a16:creationId xmlns:a16="http://schemas.microsoft.com/office/drawing/2014/main" id="{AC67ED11-D65F-3426-6063-CE89B78F03EE}"/>
                </a:ext>
              </a:extLst>
            </p:cNvPr>
            <p:cNvCxnSpPr/>
            <p:nvPr/>
          </p:nvCxnSpPr>
          <p:spPr>
            <a:xfrm flipH="1">
              <a:off x="4783923" y="3252216"/>
              <a:ext cx="191180" cy="236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Connector 72">
              <a:extLst>
                <a:ext uri="{FF2B5EF4-FFF2-40B4-BE49-F238E27FC236}">
                  <a16:creationId xmlns:a16="http://schemas.microsoft.com/office/drawing/2014/main" id="{03CA8F3F-0206-ED63-716B-C0619D4931A7}"/>
                </a:ext>
              </a:extLst>
            </p:cNvPr>
            <p:cNvCxnSpPr/>
            <p:nvPr/>
          </p:nvCxnSpPr>
          <p:spPr>
            <a:xfrm flipH="1">
              <a:off x="4572000" y="3275837"/>
              <a:ext cx="211923" cy="2362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Connector 73">
              <a:extLst>
                <a:ext uri="{FF2B5EF4-FFF2-40B4-BE49-F238E27FC236}">
                  <a16:creationId xmlns:a16="http://schemas.microsoft.com/office/drawing/2014/main" id="{BDA59652-B8C5-06FA-EF15-AC97B45EA23B}"/>
                </a:ext>
              </a:extLst>
            </p:cNvPr>
            <p:cNvCxnSpPr/>
            <p:nvPr/>
          </p:nvCxnSpPr>
          <p:spPr>
            <a:xfrm flipH="1">
              <a:off x="4360076" y="3299460"/>
              <a:ext cx="211924" cy="236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Connector 74">
              <a:extLst>
                <a:ext uri="{FF2B5EF4-FFF2-40B4-BE49-F238E27FC236}">
                  <a16:creationId xmlns:a16="http://schemas.microsoft.com/office/drawing/2014/main" id="{90806FD4-218C-2B3B-CBEB-6DDE29C1AA8A}"/>
                </a:ext>
              </a:extLst>
            </p:cNvPr>
            <p:cNvCxnSpPr/>
            <p:nvPr/>
          </p:nvCxnSpPr>
          <p:spPr>
            <a:xfrm flipH="1">
              <a:off x="4168896" y="3323081"/>
              <a:ext cx="191180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Connector 75">
              <a:extLst>
                <a:ext uri="{FF2B5EF4-FFF2-40B4-BE49-F238E27FC236}">
                  <a16:creationId xmlns:a16="http://schemas.microsoft.com/office/drawing/2014/main" id="{81BF931D-21C0-C268-B70D-449979CBFCE5}"/>
                </a:ext>
              </a:extLst>
            </p:cNvPr>
            <p:cNvCxnSpPr/>
            <p:nvPr/>
          </p:nvCxnSpPr>
          <p:spPr>
            <a:xfrm flipH="1">
              <a:off x="4017176" y="3346703"/>
              <a:ext cx="151720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Connector 76">
              <a:extLst>
                <a:ext uri="{FF2B5EF4-FFF2-40B4-BE49-F238E27FC236}">
                  <a16:creationId xmlns:a16="http://schemas.microsoft.com/office/drawing/2014/main" id="{733A6FCA-DA5D-1A4B-1466-4CABC9EA4DD1}"/>
                </a:ext>
              </a:extLst>
            </p:cNvPr>
            <p:cNvCxnSpPr/>
            <p:nvPr/>
          </p:nvCxnSpPr>
          <p:spPr>
            <a:xfrm flipH="1">
              <a:off x="3919765" y="3370325"/>
              <a:ext cx="97411" cy="2362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Connector 77">
              <a:extLst>
                <a:ext uri="{FF2B5EF4-FFF2-40B4-BE49-F238E27FC236}">
                  <a16:creationId xmlns:a16="http://schemas.microsoft.com/office/drawing/2014/main" id="{76E5CD11-CD05-5333-6A49-33567D4DF9EA}"/>
                </a:ext>
              </a:extLst>
            </p:cNvPr>
            <p:cNvCxnSpPr/>
            <p:nvPr/>
          </p:nvCxnSpPr>
          <p:spPr>
            <a:xfrm flipH="1">
              <a:off x="3886200" y="3393948"/>
              <a:ext cx="33565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Connector 78">
              <a:extLst>
                <a:ext uri="{FF2B5EF4-FFF2-40B4-BE49-F238E27FC236}">
                  <a16:creationId xmlns:a16="http://schemas.microsoft.com/office/drawing/2014/main" id="{23EA0771-C364-4E33-DF91-2604FFE7BC11}"/>
                </a:ext>
              </a:extLst>
            </p:cNvPr>
            <p:cNvCxnSpPr/>
            <p:nvPr/>
          </p:nvCxnSpPr>
          <p:spPr>
            <a:xfrm>
              <a:off x="3886200" y="3417570"/>
              <a:ext cx="33565" cy="236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Connector 79">
              <a:extLst>
                <a:ext uri="{FF2B5EF4-FFF2-40B4-BE49-F238E27FC236}">
                  <a16:creationId xmlns:a16="http://schemas.microsoft.com/office/drawing/2014/main" id="{2C17391C-BDD1-8336-E8CD-91200D55E0E2}"/>
                </a:ext>
              </a:extLst>
            </p:cNvPr>
            <p:cNvCxnSpPr/>
            <p:nvPr/>
          </p:nvCxnSpPr>
          <p:spPr>
            <a:xfrm>
              <a:off x="3919765" y="3441191"/>
              <a:ext cx="97411" cy="2362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Connector 80">
              <a:extLst>
                <a:ext uri="{FF2B5EF4-FFF2-40B4-BE49-F238E27FC236}">
                  <a16:creationId xmlns:a16="http://schemas.microsoft.com/office/drawing/2014/main" id="{7A794C7C-FA73-5C75-279E-AB3E77CE3B2A}"/>
                </a:ext>
              </a:extLst>
            </p:cNvPr>
            <p:cNvCxnSpPr/>
            <p:nvPr/>
          </p:nvCxnSpPr>
          <p:spPr>
            <a:xfrm>
              <a:off x="4017176" y="3464814"/>
              <a:ext cx="151720" cy="236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Connector 81">
              <a:extLst>
                <a:ext uri="{FF2B5EF4-FFF2-40B4-BE49-F238E27FC236}">
                  <a16:creationId xmlns:a16="http://schemas.microsoft.com/office/drawing/2014/main" id="{D9B51E04-B6FC-E41E-3866-7428DE5A5422}"/>
                </a:ext>
              </a:extLst>
            </p:cNvPr>
            <p:cNvCxnSpPr/>
            <p:nvPr/>
          </p:nvCxnSpPr>
          <p:spPr>
            <a:xfrm>
              <a:off x="4168896" y="3488435"/>
              <a:ext cx="191180" cy="2362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Connector 82">
              <a:extLst>
                <a:ext uri="{FF2B5EF4-FFF2-40B4-BE49-F238E27FC236}">
                  <a16:creationId xmlns:a16="http://schemas.microsoft.com/office/drawing/2014/main" id="{2AC9DE16-9D5C-EFE0-CB1A-FFB0EAEDB103}"/>
                </a:ext>
              </a:extLst>
            </p:cNvPr>
            <p:cNvCxnSpPr/>
            <p:nvPr/>
          </p:nvCxnSpPr>
          <p:spPr>
            <a:xfrm>
              <a:off x="4360076" y="3512058"/>
              <a:ext cx="211923" cy="236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Connector 83">
              <a:extLst>
                <a:ext uri="{FF2B5EF4-FFF2-40B4-BE49-F238E27FC236}">
                  <a16:creationId xmlns:a16="http://schemas.microsoft.com/office/drawing/2014/main" id="{92276C40-A04B-8111-E7CA-8BFCCF6F6F21}"/>
                </a:ext>
              </a:extLst>
            </p:cNvPr>
            <p:cNvCxnSpPr/>
            <p:nvPr/>
          </p:nvCxnSpPr>
          <p:spPr>
            <a:xfrm>
              <a:off x="4571999" y="3535679"/>
              <a:ext cx="211924" cy="2362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Connector 84">
              <a:extLst>
                <a:ext uri="{FF2B5EF4-FFF2-40B4-BE49-F238E27FC236}">
                  <a16:creationId xmlns:a16="http://schemas.microsoft.com/office/drawing/2014/main" id="{C97E0334-658D-59EF-9368-3787B02B051A}"/>
                </a:ext>
              </a:extLst>
            </p:cNvPr>
            <p:cNvCxnSpPr/>
            <p:nvPr/>
          </p:nvCxnSpPr>
          <p:spPr>
            <a:xfrm>
              <a:off x="4783923" y="3559302"/>
              <a:ext cx="191180" cy="236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Connector 85">
              <a:extLst>
                <a:ext uri="{FF2B5EF4-FFF2-40B4-BE49-F238E27FC236}">
                  <a16:creationId xmlns:a16="http://schemas.microsoft.com/office/drawing/2014/main" id="{42FE08A2-B727-B5F5-14F2-985FCAA3DCA6}"/>
                </a:ext>
              </a:extLst>
            </p:cNvPr>
            <p:cNvCxnSpPr/>
            <p:nvPr/>
          </p:nvCxnSpPr>
          <p:spPr>
            <a:xfrm>
              <a:off x="4975103" y="3582923"/>
              <a:ext cx="151720" cy="2362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Connector 86">
              <a:extLst>
                <a:ext uri="{FF2B5EF4-FFF2-40B4-BE49-F238E27FC236}">
                  <a16:creationId xmlns:a16="http://schemas.microsoft.com/office/drawing/2014/main" id="{7C754155-92D1-157C-3EBE-CDD0DB0FD175}"/>
                </a:ext>
              </a:extLst>
            </p:cNvPr>
            <p:cNvCxnSpPr/>
            <p:nvPr/>
          </p:nvCxnSpPr>
          <p:spPr>
            <a:xfrm>
              <a:off x="5126823" y="3606546"/>
              <a:ext cx="97411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Connector 87">
              <a:extLst>
                <a:ext uri="{FF2B5EF4-FFF2-40B4-BE49-F238E27FC236}">
                  <a16:creationId xmlns:a16="http://schemas.microsoft.com/office/drawing/2014/main" id="{57C36231-E381-5D6C-4D27-70FF4F260AB8}"/>
                </a:ext>
              </a:extLst>
            </p:cNvPr>
            <p:cNvCxnSpPr/>
            <p:nvPr/>
          </p:nvCxnSpPr>
          <p:spPr>
            <a:xfrm>
              <a:off x="5224234" y="3630168"/>
              <a:ext cx="33566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Connector 88">
              <a:extLst>
                <a:ext uri="{FF2B5EF4-FFF2-40B4-BE49-F238E27FC236}">
                  <a16:creationId xmlns:a16="http://schemas.microsoft.com/office/drawing/2014/main" id="{3D2189A8-54B8-5A48-927E-0DC5EBF12DCC}"/>
                </a:ext>
              </a:extLst>
            </p:cNvPr>
            <p:cNvCxnSpPr/>
            <p:nvPr/>
          </p:nvCxnSpPr>
          <p:spPr>
            <a:xfrm flipH="1">
              <a:off x="5224234" y="3653790"/>
              <a:ext cx="33566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Connector 89">
              <a:extLst>
                <a:ext uri="{FF2B5EF4-FFF2-40B4-BE49-F238E27FC236}">
                  <a16:creationId xmlns:a16="http://schemas.microsoft.com/office/drawing/2014/main" id="{CB1D6145-1E1D-8853-C9C7-2424288CAB80}"/>
                </a:ext>
              </a:extLst>
            </p:cNvPr>
            <p:cNvCxnSpPr/>
            <p:nvPr/>
          </p:nvCxnSpPr>
          <p:spPr>
            <a:xfrm flipH="1">
              <a:off x="5126823" y="3677412"/>
              <a:ext cx="97411" cy="236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Connector 90">
              <a:extLst>
                <a:ext uri="{FF2B5EF4-FFF2-40B4-BE49-F238E27FC236}">
                  <a16:creationId xmlns:a16="http://schemas.microsoft.com/office/drawing/2014/main" id="{DC68EA09-25FA-E084-A492-B14B2E503F70}"/>
                </a:ext>
              </a:extLst>
            </p:cNvPr>
            <p:cNvCxnSpPr/>
            <p:nvPr/>
          </p:nvCxnSpPr>
          <p:spPr>
            <a:xfrm flipH="1">
              <a:off x="4975103" y="3701033"/>
              <a:ext cx="151720" cy="2362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Connector 91">
              <a:extLst>
                <a:ext uri="{FF2B5EF4-FFF2-40B4-BE49-F238E27FC236}">
                  <a16:creationId xmlns:a16="http://schemas.microsoft.com/office/drawing/2014/main" id="{4B13AD88-3BC3-7658-A045-ADE13B848E48}"/>
                </a:ext>
              </a:extLst>
            </p:cNvPr>
            <p:cNvCxnSpPr/>
            <p:nvPr/>
          </p:nvCxnSpPr>
          <p:spPr>
            <a:xfrm flipH="1">
              <a:off x="4783923" y="3724656"/>
              <a:ext cx="191180" cy="236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Connector 92">
              <a:extLst>
                <a:ext uri="{FF2B5EF4-FFF2-40B4-BE49-F238E27FC236}">
                  <a16:creationId xmlns:a16="http://schemas.microsoft.com/office/drawing/2014/main" id="{501E6E67-590E-2139-B20E-19EBA0BD9E4A}"/>
                </a:ext>
              </a:extLst>
            </p:cNvPr>
            <p:cNvCxnSpPr/>
            <p:nvPr/>
          </p:nvCxnSpPr>
          <p:spPr>
            <a:xfrm flipH="1">
              <a:off x="4572000" y="3748277"/>
              <a:ext cx="211923" cy="2362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Connector 93">
              <a:extLst>
                <a:ext uri="{FF2B5EF4-FFF2-40B4-BE49-F238E27FC236}">
                  <a16:creationId xmlns:a16="http://schemas.microsoft.com/office/drawing/2014/main" id="{3B7F6EDC-BF7C-BFBA-76ED-A0EF370F9968}"/>
                </a:ext>
              </a:extLst>
            </p:cNvPr>
            <p:cNvCxnSpPr/>
            <p:nvPr/>
          </p:nvCxnSpPr>
          <p:spPr>
            <a:xfrm flipH="1">
              <a:off x="4360076" y="3771900"/>
              <a:ext cx="211924" cy="236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Connector 94">
              <a:extLst>
                <a:ext uri="{FF2B5EF4-FFF2-40B4-BE49-F238E27FC236}">
                  <a16:creationId xmlns:a16="http://schemas.microsoft.com/office/drawing/2014/main" id="{F31D8374-8D87-1B21-ABD1-2CDA98C05BA9}"/>
                </a:ext>
              </a:extLst>
            </p:cNvPr>
            <p:cNvCxnSpPr/>
            <p:nvPr/>
          </p:nvCxnSpPr>
          <p:spPr>
            <a:xfrm flipH="1">
              <a:off x="4168896" y="3795521"/>
              <a:ext cx="191180" cy="2362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Connector 95">
              <a:extLst>
                <a:ext uri="{FF2B5EF4-FFF2-40B4-BE49-F238E27FC236}">
                  <a16:creationId xmlns:a16="http://schemas.microsoft.com/office/drawing/2014/main" id="{CD902E10-8A52-5EA5-AD51-2BF4A8AA2B7A}"/>
                </a:ext>
              </a:extLst>
            </p:cNvPr>
            <p:cNvCxnSpPr/>
            <p:nvPr/>
          </p:nvCxnSpPr>
          <p:spPr>
            <a:xfrm flipH="1">
              <a:off x="4017176" y="3819144"/>
              <a:ext cx="151720" cy="236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Connector 96">
              <a:extLst>
                <a:ext uri="{FF2B5EF4-FFF2-40B4-BE49-F238E27FC236}">
                  <a16:creationId xmlns:a16="http://schemas.microsoft.com/office/drawing/2014/main" id="{E38BE3FD-FDF4-95CF-F22F-017C1C14180D}"/>
                </a:ext>
              </a:extLst>
            </p:cNvPr>
            <p:cNvCxnSpPr/>
            <p:nvPr/>
          </p:nvCxnSpPr>
          <p:spPr>
            <a:xfrm flipH="1">
              <a:off x="3919765" y="3842765"/>
              <a:ext cx="97411" cy="2362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Connector 97">
              <a:extLst>
                <a:ext uri="{FF2B5EF4-FFF2-40B4-BE49-F238E27FC236}">
                  <a16:creationId xmlns:a16="http://schemas.microsoft.com/office/drawing/2014/main" id="{EEBD392E-E5CC-1328-858C-FD78BFD1E798}"/>
                </a:ext>
              </a:extLst>
            </p:cNvPr>
            <p:cNvCxnSpPr/>
            <p:nvPr/>
          </p:nvCxnSpPr>
          <p:spPr>
            <a:xfrm flipH="1">
              <a:off x="3886200" y="3866388"/>
              <a:ext cx="33565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Connector 98">
              <a:extLst>
                <a:ext uri="{FF2B5EF4-FFF2-40B4-BE49-F238E27FC236}">
                  <a16:creationId xmlns:a16="http://schemas.microsoft.com/office/drawing/2014/main" id="{29092C04-C78A-F4A8-ECFC-067FF4721E00}"/>
                </a:ext>
              </a:extLst>
            </p:cNvPr>
            <p:cNvCxnSpPr/>
            <p:nvPr/>
          </p:nvCxnSpPr>
          <p:spPr>
            <a:xfrm>
              <a:off x="3886200" y="3890010"/>
              <a:ext cx="33565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Connector 99">
              <a:extLst>
                <a:ext uri="{FF2B5EF4-FFF2-40B4-BE49-F238E27FC236}">
                  <a16:creationId xmlns:a16="http://schemas.microsoft.com/office/drawing/2014/main" id="{448D632E-BD5F-7375-0EAC-E0446E8468A5}"/>
                </a:ext>
              </a:extLst>
            </p:cNvPr>
            <p:cNvCxnSpPr/>
            <p:nvPr/>
          </p:nvCxnSpPr>
          <p:spPr>
            <a:xfrm>
              <a:off x="3919765" y="3913632"/>
              <a:ext cx="97411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Connector 100">
              <a:extLst>
                <a:ext uri="{FF2B5EF4-FFF2-40B4-BE49-F238E27FC236}">
                  <a16:creationId xmlns:a16="http://schemas.microsoft.com/office/drawing/2014/main" id="{1981DCBF-0503-9F79-3CB8-7E2D00A12631}"/>
                </a:ext>
              </a:extLst>
            </p:cNvPr>
            <p:cNvCxnSpPr/>
            <p:nvPr/>
          </p:nvCxnSpPr>
          <p:spPr>
            <a:xfrm>
              <a:off x="4017176" y="3937254"/>
              <a:ext cx="151720" cy="236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Connector 101">
              <a:extLst>
                <a:ext uri="{FF2B5EF4-FFF2-40B4-BE49-F238E27FC236}">
                  <a16:creationId xmlns:a16="http://schemas.microsoft.com/office/drawing/2014/main" id="{BCA79B0C-27CB-4885-2C98-9C80266A5442}"/>
                </a:ext>
              </a:extLst>
            </p:cNvPr>
            <p:cNvCxnSpPr/>
            <p:nvPr/>
          </p:nvCxnSpPr>
          <p:spPr>
            <a:xfrm>
              <a:off x="4168896" y="3960875"/>
              <a:ext cx="191180" cy="2362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Connector 102">
              <a:extLst>
                <a:ext uri="{FF2B5EF4-FFF2-40B4-BE49-F238E27FC236}">
                  <a16:creationId xmlns:a16="http://schemas.microsoft.com/office/drawing/2014/main" id="{DE30715F-4914-DF91-D7C7-5F76E7484ED4}"/>
                </a:ext>
              </a:extLst>
            </p:cNvPr>
            <p:cNvCxnSpPr/>
            <p:nvPr/>
          </p:nvCxnSpPr>
          <p:spPr>
            <a:xfrm>
              <a:off x="4360076" y="3984498"/>
              <a:ext cx="211923" cy="236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Connector 103">
              <a:extLst>
                <a:ext uri="{FF2B5EF4-FFF2-40B4-BE49-F238E27FC236}">
                  <a16:creationId xmlns:a16="http://schemas.microsoft.com/office/drawing/2014/main" id="{2BAFC3AA-601A-05A1-44CA-9FA7495696AA}"/>
                </a:ext>
              </a:extLst>
            </p:cNvPr>
            <p:cNvCxnSpPr/>
            <p:nvPr/>
          </p:nvCxnSpPr>
          <p:spPr>
            <a:xfrm>
              <a:off x="4571999" y="4008119"/>
              <a:ext cx="211924" cy="2362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Connector 104">
              <a:extLst>
                <a:ext uri="{FF2B5EF4-FFF2-40B4-BE49-F238E27FC236}">
                  <a16:creationId xmlns:a16="http://schemas.microsoft.com/office/drawing/2014/main" id="{25B0BC2C-B8ED-7670-8E16-B7167F99D4D9}"/>
                </a:ext>
              </a:extLst>
            </p:cNvPr>
            <p:cNvCxnSpPr/>
            <p:nvPr/>
          </p:nvCxnSpPr>
          <p:spPr>
            <a:xfrm>
              <a:off x="4783923" y="4031742"/>
              <a:ext cx="191180" cy="236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Connector 105">
              <a:extLst>
                <a:ext uri="{FF2B5EF4-FFF2-40B4-BE49-F238E27FC236}">
                  <a16:creationId xmlns:a16="http://schemas.microsoft.com/office/drawing/2014/main" id="{08FF93C7-1FB6-E950-DB50-3C0B7EBC836B}"/>
                </a:ext>
              </a:extLst>
            </p:cNvPr>
            <p:cNvCxnSpPr/>
            <p:nvPr/>
          </p:nvCxnSpPr>
          <p:spPr>
            <a:xfrm>
              <a:off x="4975103" y="4055363"/>
              <a:ext cx="151720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Connector 106">
              <a:extLst>
                <a:ext uri="{FF2B5EF4-FFF2-40B4-BE49-F238E27FC236}">
                  <a16:creationId xmlns:a16="http://schemas.microsoft.com/office/drawing/2014/main" id="{4F53D388-19D1-A5AE-DC3A-88C56EB330F5}"/>
                </a:ext>
              </a:extLst>
            </p:cNvPr>
            <p:cNvCxnSpPr/>
            <p:nvPr/>
          </p:nvCxnSpPr>
          <p:spPr>
            <a:xfrm>
              <a:off x="5126823" y="4078985"/>
              <a:ext cx="97411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Connector 107">
              <a:extLst>
                <a:ext uri="{FF2B5EF4-FFF2-40B4-BE49-F238E27FC236}">
                  <a16:creationId xmlns:a16="http://schemas.microsoft.com/office/drawing/2014/main" id="{4CCDD099-D32E-34B2-9865-0C47C249974F}"/>
                </a:ext>
              </a:extLst>
            </p:cNvPr>
            <p:cNvCxnSpPr/>
            <p:nvPr/>
          </p:nvCxnSpPr>
          <p:spPr>
            <a:xfrm>
              <a:off x="5224234" y="4102607"/>
              <a:ext cx="33566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Connector 108">
              <a:extLst>
                <a:ext uri="{FF2B5EF4-FFF2-40B4-BE49-F238E27FC236}">
                  <a16:creationId xmlns:a16="http://schemas.microsoft.com/office/drawing/2014/main" id="{261292EF-FAF9-2C89-A206-A4D105B13074}"/>
                </a:ext>
              </a:extLst>
            </p:cNvPr>
            <p:cNvCxnSpPr/>
            <p:nvPr/>
          </p:nvCxnSpPr>
          <p:spPr>
            <a:xfrm flipH="1">
              <a:off x="5224234" y="4126229"/>
              <a:ext cx="33566" cy="2362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Connector 109">
              <a:extLst>
                <a:ext uri="{FF2B5EF4-FFF2-40B4-BE49-F238E27FC236}">
                  <a16:creationId xmlns:a16="http://schemas.microsoft.com/office/drawing/2014/main" id="{6A0B852C-C5C2-51A4-86EF-090CFBCA3112}"/>
                </a:ext>
              </a:extLst>
            </p:cNvPr>
            <p:cNvCxnSpPr/>
            <p:nvPr/>
          </p:nvCxnSpPr>
          <p:spPr>
            <a:xfrm flipH="1">
              <a:off x="5126823" y="4149852"/>
              <a:ext cx="97411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Connector 110">
              <a:extLst>
                <a:ext uri="{FF2B5EF4-FFF2-40B4-BE49-F238E27FC236}">
                  <a16:creationId xmlns:a16="http://schemas.microsoft.com/office/drawing/2014/main" id="{28BAE683-4E61-6154-1C98-49A75D0C4084}"/>
                </a:ext>
              </a:extLst>
            </p:cNvPr>
            <p:cNvCxnSpPr/>
            <p:nvPr/>
          </p:nvCxnSpPr>
          <p:spPr>
            <a:xfrm flipH="1">
              <a:off x="4975103" y="4173474"/>
              <a:ext cx="151720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Connector 111">
              <a:extLst>
                <a:ext uri="{FF2B5EF4-FFF2-40B4-BE49-F238E27FC236}">
                  <a16:creationId xmlns:a16="http://schemas.microsoft.com/office/drawing/2014/main" id="{445026A5-785E-DB99-66E8-1E5B6AFD524F}"/>
                </a:ext>
              </a:extLst>
            </p:cNvPr>
            <p:cNvCxnSpPr/>
            <p:nvPr/>
          </p:nvCxnSpPr>
          <p:spPr>
            <a:xfrm flipH="1">
              <a:off x="4783923" y="4197096"/>
              <a:ext cx="191180" cy="236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Connector 112">
              <a:extLst>
                <a:ext uri="{FF2B5EF4-FFF2-40B4-BE49-F238E27FC236}">
                  <a16:creationId xmlns:a16="http://schemas.microsoft.com/office/drawing/2014/main" id="{66EB6D87-129C-B879-DA4E-A5DA8D6DB402}"/>
                </a:ext>
              </a:extLst>
            </p:cNvPr>
            <p:cNvCxnSpPr/>
            <p:nvPr/>
          </p:nvCxnSpPr>
          <p:spPr>
            <a:xfrm flipH="1">
              <a:off x="4572000" y="4220717"/>
              <a:ext cx="211923" cy="2362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Connector 113">
              <a:extLst>
                <a:ext uri="{FF2B5EF4-FFF2-40B4-BE49-F238E27FC236}">
                  <a16:creationId xmlns:a16="http://schemas.microsoft.com/office/drawing/2014/main" id="{8AADF875-7EB0-1A66-60B9-59190B5A9EA5}"/>
                </a:ext>
              </a:extLst>
            </p:cNvPr>
            <p:cNvCxnSpPr/>
            <p:nvPr/>
          </p:nvCxnSpPr>
          <p:spPr>
            <a:xfrm flipH="1">
              <a:off x="4360076" y="4244340"/>
              <a:ext cx="211924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Connector 114">
              <a:extLst>
                <a:ext uri="{FF2B5EF4-FFF2-40B4-BE49-F238E27FC236}">
                  <a16:creationId xmlns:a16="http://schemas.microsoft.com/office/drawing/2014/main" id="{958A6098-98F2-DC7F-5497-704C58EC1C0A}"/>
                </a:ext>
              </a:extLst>
            </p:cNvPr>
            <p:cNvCxnSpPr/>
            <p:nvPr/>
          </p:nvCxnSpPr>
          <p:spPr>
            <a:xfrm flipH="1">
              <a:off x="4168896" y="4267962"/>
              <a:ext cx="191180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Connector 115">
              <a:extLst>
                <a:ext uri="{FF2B5EF4-FFF2-40B4-BE49-F238E27FC236}">
                  <a16:creationId xmlns:a16="http://schemas.microsoft.com/office/drawing/2014/main" id="{37D71DE0-67A0-360B-34A2-287A095103AA}"/>
                </a:ext>
              </a:extLst>
            </p:cNvPr>
            <p:cNvCxnSpPr/>
            <p:nvPr/>
          </p:nvCxnSpPr>
          <p:spPr>
            <a:xfrm flipH="1">
              <a:off x="4017176" y="4291584"/>
              <a:ext cx="151720" cy="23622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Connector 116">
              <a:extLst>
                <a:ext uri="{FF2B5EF4-FFF2-40B4-BE49-F238E27FC236}">
                  <a16:creationId xmlns:a16="http://schemas.microsoft.com/office/drawing/2014/main" id="{6F9BF948-7D6A-C89E-4F85-16F6410E82DB}"/>
                </a:ext>
              </a:extLst>
            </p:cNvPr>
            <p:cNvCxnSpPr/>
            <p:nvPr/>
          </p:nvCxnSpPr>
          <p:spPr>
            <a:xfrm flipH="1">
              <a:off x="3919765" y="4315206"/>
              <a:ext cx="97411" cy="236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Connector 117">
              <a:extLst>
                <a:ext uri="{FF2B5EF4-FFF2-40B4-BE49-F238E27FC236}">
                  <a16:creationId xmlns:a16="http://schemas.microsoft.com/office/drawing/2014/main" id="{19D3B756-9E44-8F59-5479-1675E499AAAE}"/>
                </a:ext>
              </a:extLst>
            </p:cNvPr>
            <p:cNvCxnSpPr/>
            <p:nvPr/>
          </p:nvCxnSpPr>
          <p:spPr>
            <a:xfrm flipH="1">
              <a:off x="3886200" y="4338827"/>
              <a:ext cx="33565" cy="2362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Connector 118">
              <a:extLst>
                <a:ext uri="{FF2B5EF4-FFF2-40B4-BE49-F238E27FC236}">
                  <a16:creationId xmlns:a16="http://schemas.microsoft.com/office/drawing/2014/main" id="{5A2A8AF8-BDD1-AFA4-60BC-641CAA9B03AD}"/>
                </a:ext>
              </a:extLst>
            </p:cNvPr>
            <p:cNvCxnSpPr/>
            <p:nvPr/>
          </p:nvCxnSpPr>
          <p:spPr>
            <a:xfrm>
              <a:off x="3886200" y="4362450"/>
              <a:ext cx="33565" cy="236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Connector 119">
              <a:extLst>
                <a:ext uri="{FF2B5EF4-FFF2-40B4-BE49-F238E27FC236}">
                  <a16:creationId xmlns:a16="http://schemas.microsoft.com/office/drawing/2014/main" id="{557342B6-1423-CD34-196E-78D5311F8D28}"/>
                </a:ext>
              </a:extLst>
            </p:cNvPr>
            <p:cNvCxnSpPr/>
            <p:nvPr/>
          </p:nvCxnSpPr>
          <p:spPr>
            <a:xfrm>
              <a:off x="3919765" y="4386071"/>
              <a:ext cx="97411" cy="2362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Connector 120">
              <a:extLst>
                <a:ext uri="{FF2B5EF4-FFF2-40B4-BE49-F238E27FC236}">
                  <a16:creationId xmlns:a16="http://schemas.microsoft.com/office/drawing/2014/main" id="{A1B8DCB0-BC50-F269-121A-467BCE004CE8}"/>
                </a:ext>
              </a:extLst>
            </p:cNvPr>
            <p:cNvCxnSpPr/>
            <p:nvPr/>
          </p:nvCxnSpPr>
          <p:spPr>
            <a:xfrm>
              <a:off x="4017176" y="4409694"/>
              <a:ext cx="151720" cy="236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Connector 121">
              <a:extLst>
                <a:ext uri="{FF2B5EF4-FFF2-40B4-BE49-F238E27FC236}">
                  <a16:creationId xmlns:a16="http://schemas.microsoft.com/office/drawing/2014/main" id="{8675A749-80B8-0724-94BA-DE8C7DF928C3}"/>
                </a:ext>
              </a:extLst>
            </p:cNvPr>
            <p:cNvCxnSpPr/>
            <p:nvPr/>
          </p:nvCxnSpPr>
          <p:spPr>
            <a:xfrm>
              <a:off x="4168896" y="4433315"/>
              <a:ext cx="191180" cy="23623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Connector 122">
              <a:extLst>
                <a:ext uri="{FF2B5EF4-FFF2-40B4-BE49-F238E27FC236}">
                  <a16:creationId xmlns:a16="http://schemas.microsoft.com/office/drawing/2014/main" id="{E61E2D7F-13C0-FE0A-5B67-D05B9EDFF09D}"/>
                </a:ext>
              </a:extLst>
            </p:cNvPr>
            <p:cNvCxnSpPr/>
            <p:nvPr/>
          </p:nvCxnSpPr>
          <p:spPr>
            <a:xfrm>
              <a:off x="4360076" y="4456938"/>
              <a:ext cx="211923" cy="23621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6D04CEA9-8638-03A6-1614-2ACC6130DCEC}"/>
              </a:ext>
            </a:extLst>
          </p:cNvPr>
          <p:cNvCxnSpPr>
            <a:cxnSpLocks/>
          </p:cNvCxnSpPr>
          <p:nvPr/>
        </p:nvCxnSpPr>
        <p:spPr>
          <a:xfrm>
            <a:off x="3046303" y="5427091"/>
            <a:ext cx="3429965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35C5BBA5-5F2B-A3A2-7E08-03F67A790818}"/>
              </a:ext>
            </a:extLst>
          </p:cNvPr>
          <p:cNvCxnSpPr>
            <a:cxnSpLocks/>
          </p:cNvCxnSpPr>
          <p:nvPr/>
        </p:nvCxnSpPr>
        <p:spPr>
          <a:xfrm>
            <a:off x="3046303" y="2098875"/>
            <a:ext cx="3429965" cy="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405ACF5F-46E8-1B29-26A0-3D412EE12D00}"/>
              </a:ext>
            </a:extLst>
          </p:cNvPr>
          <p:cNvCxnSpPr>
            <a:cxnSpLocks/>
          </p:cNvCxnSpPr>
          <p:nvPr/>
        </p:nvCxnSpPr>
        <p:spPr>
          <a:xfrm>
            <a:off x="4761285" y="2098875"/>
            <a:ext cx="0" cy="20448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4064AB4D-16E0-DDF3-0009-3E6E63F7A7C3}"/>
              </a:ext>
            </a:extLst>
          </p:cNvPr>
          <p:cNvCxnSpPr>
            <a:cxnSpLocks/>
          </p:cNvCxnSpPr>
          <p:nvPr/>
        </p:nvCxnSpPr>
        <p:spPr>
          <a:xfrm>
            <a:off x="4415973" y="2303362"/>
            <a:ext cx="69062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BF5A8588-EFCB-8692-8A57-905907AF59EA}"/>
              </a:ext>
            </a:extLst>
          </p:cNvPr>
          <p:cNvCxnSpPr>
            <a:cxnSpLocks/>
          </p:cNvCxnSpPr>
          <p:nvPr/>
        </p:nvCxnSpPr>
        <p:spPr>
          <a:xfrm>
            <a:off x="4415973" y="2455762"/>
            <a:ext cx="69062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CF53DF45-2428-24B8-9F9D-013187F609B9}"/>
              </a:ext>
            </a:extLst>
          </p:cNvPr>
          <p:cNvCxnSpPr>
            <a:cxnSpLocks/>
          </p:cNvCxnSpPr>
          <p:nvPr/>
        </p:nvCxnSpPr>
        <p:spPr>
          <a:xfrm>
            <a:off x="4761285" y="2455762"/>
            <a:ext cx="0" cy="53816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7176313A-7384-7C80-92B1-5C5283CA1F87}"/>
              </a:ext>
            </a:extLst>
          </p:cNvPr>
          <p:cNvCxnSpPr>
            <a:cxnSpLocks/>
          </p:cNvCxnSpPr>
          <p:nvPr/>
        </p:nvCxnSpPr>
        <p:spPr>
          <a:xfrm>
            <a:off x="4761285" y="5038720"/>
            <a:ext cx="0" cy="38837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B4C1FDC6-3606-58B6-0C10-435DEC6404DB}"/>
              </a:ext>
            </a:extLst>
          </p:cNvPr>
          <p:cNvCxnSpPr>
            <a:cxnSpLocks/>
          </p:cNvCxnSpPr>
          <p:nvPr/>
        </p:nvCxnSpPr>
        <p:spPr>
          <a:xfrm>
            <a:off x="4761285" y="2833804"/>
            <a:ext cx="137758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9FCB9BA5-3BF7-F68B-331F-CEC7C6F5A146}"/>
              </a:ext>
            </a:extLst>
          </p:cNvPr>
          <p:cNvCxnSpPr>
            <a:cxnSpLocks/>
          </p:cNvCxnSpPr>
          <p:nvPr/>
        </p:nvCxnSpPr>
        <p:spPr>
          <a:xfrm>
            <a:off x="4761285" y="5133592"/>
            <a:ext cx="137758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203EF0F3-25C0-60AE-3420-1CF8224EA8DC}"/>
              </a:ext>
            </a:extLst>
          </p:cNvPr>
          <p:cNvCxnSpPr>
            <a:cxnSpLocks/>
          </p:cNvCxnSpPr>
          <p:nvPr/>
        </p:nvCxnSpPr>
        <p:spPr>
          <a:xfrm>
            <a:off x="6134454" y="2829387"/>
            <a:ext cx="0" cy="107893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3FA37331-EE87-3BB1-2650-3C0DB6A75AD0}"/>
              </a:ext>
            </a:extLst>
          </p:cNvPr>
          <p:cNvGrpSpPr/>
          <p:nvPr/>
        </p:nvGrpSpPr>
        <p:grpSpPr>
          <a:xfrm>
            <a:off x="5781226" y="3905287"/>
            <a:ext cx="690625" cy="233514"/>
            <a:chOff x="5785643" y="3878984"/>
            <a:chExt cx="690625" cy="233514"/>
          </a:xfrm>
        </p:grpSpPr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21DF3096-32C6-4FF1-079E-434E96FE5DAD}"/>
                </a:ext>
              </a:extLst>
            </p:cNvPr>
            <p:cNvCxnSpPr>
              <a:cxnSpLocks/>
            </p:cNvCxnSpPr>
            <p:nvPr/>
          </p:nvCxnSpPr>
          <p:spPr>
            <a:xfrm>
              <a:off x="5785643" y="3878984"/>
              <a:ext cx="69062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D50664F4-AEBA-6B41-63E8-AD2E22204992}"/>
                </a:ext>
              </a:extLst>
            </p:cNvPr>
            <p:cNvCxnSpPr>
              <a:cxnSpLocks/>
            </p:cNvCxnSpPr>
            <p:nvPr/>
          </p:nvCxnSpPr>
          <p:spPr>
            <a:xfrm>
              <a:off x="5785643" y="4112498"/>
              <a:ext cx="69062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5F026D09-60A7-800F-A33A-B840E445693A}"/>
              </a:ext>
            </a:extLst>
          </p:cNvPr>
          <p:cNvCxnSpPr>
            <a:cxnSpLocks/>
          </p:cNvCxnSpPr>
          <p:nvPr/>
        </p:nvCxnSpPr>
        <p:spPr>
          <a:xfrm>
            <a:off x="6134454" y="4144297"/>
            <a:ext cx="0" cy="99812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336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KIMURA Masato</dc:creator>
  <cp:lastModifiedBy>KIMURA Masato</cp:lastModifiedBy>
  <cp:revision>1</cp:revision>
  <dcterms:created xsi:type="dcterms:W3CDTF">2026-09-05T22:19:11Z</dcterms:created>
  <dcterms:modified xsi:type="dcterms:W3CDTF">2026-09-05T22:33:55Z</dcterms:modified>
</cp:coreProperties>
</file>